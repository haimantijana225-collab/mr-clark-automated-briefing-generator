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Modern Computing Systems Design (CSE 2221) 3rdSEMESTER –CSE (AIML, DS, IOT, CYSC)Chapter -3 : Processor Element ❖This chapter introduces the conceptual design and core functionality of a modern processor, focusing on the internal mechanisms that allow it to execute instructions, manage data, and communicate with the outside world.Chapter -3 : Processor Element The following topics will be covered in this chapter: ❖A simple processor ❖The instruction set ❖ Addressing modes ❖ Instruction categories ❖ Interrupt processing ❖ Input/output operationsChapter -3 : Processor Element ❖A Simple Processor Central Processing Unit (CPU)Chapter -3 : Processor Element ❖A Simple Processor ❖The fundamental architectural units common to almost all CPUs: ❑Control Unit : ▪Acts as the brain of the processor.</a:t>
            </a:r>
          </a:p>
          <a:p>
            <a:pPr>
              <a:defRPr sz="2200"/>
            </a:pPr>
            <a:r>
              <a:t>▪Decodes the instructions to determine the required operation.</a:t>
            </a:r>
          </a:p>
          <a:p>
            <a:pPr>
              <a:defRPr sz="2200"/>
            </a:pPr>
            <a:r>
              <a:t>▪Generates control signals to coordinate the ALU, registers, and other components to execute the instruction.</a:t>
            </a:r>
          </a:p>
        </p:txBody>
      </p:sp>
      <p:pic>
        <p:nvPicPr>
          <p:cNvPr id="4" name="Picture 3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2860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▪Manages the sequence of execution.Chapter -3 : Processor Element ❑Control Unit : Chapter -3 : Processor Element ❑Control Unit : ❖ Executing an Instruction: Chapter -3 : Processor Element ❑Arithmetic Logic Unit (ALU) : ▪The execution unit for all computational tasks.</a:t>
            </a:r>
          </a:p>
          <a:p>
            <a:pPr>
              <a:defRPr sz="2200"/>
            </a:pPr>
            <a:r>
              <a:t>▪Performs Arithmetic Operations (addition, subtraction, multiplication, division).</a:t>
            </a:r>
          </a:p>
          <a:p>
            <a:pPr>
              <a:defRPr sz="2200"/>
            </a:pPr>
            <a:r>
              <a:t>▪Performs Logical Operations (AND, OR, NOT, XOR).</a:t>
            </a:r>
          </a:p>
          <a:p>
            <a:pPr>
              <a:defRPr sz="2200"/>
            </a:pPr>
            <a:r>
              <a:t>Chapter -3 : Processor Element ❑ALU Unit : Example: ADC and SBC instructions Chapter -3 : Processor Element ❑Registers : ▪Small, ultra-fast storage locations located inside the CPU 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▪They hold data, addresses, and status information actively being used by the current instruction .</a:t>
            </a:r>
          </a:p>
          <a:p>
            <a:pPr>
              <a:defRPr sz="2200"/>
            </a:pPr>
            <a:r>
              <a:t>▪Types include general -purpose registers (for data manipulation), program counter (holds the address of the next instruction), and status/flag registers (reflect results of operations) .Chapter -3 : Processor Element ❑Registers : ❖RISC Architecture vs CISC Architecture : RISC CISC It stands for Reduced Instruction Set Computer.It stands for Complex Instruction Set Computer.</a:t>
            </a:r>
          </a:p>
          <a:p>
            <a:pPr>
              <a:defRPr sz="2200"/>
            </a:pPr>
            <a:r>
              <a:t>It is a microprocessor architecture that uses small instruction set of uniform length.This offers hundreds of instructions of different sizes to the users.</a:t>
            </a:r>
          </a:p>
          <a:p>
            <a:pPr>
              <a:defRPr sz="2200"/>
            </a:pPr>
            <a:r>
              <a:t>These simple instructions are executed in one clock cycle.This architecture has a set of special purpose circuits which help execute the instructions at a high speed.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These chips are relatively simple to design.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More numbers of registers Less number of registersChapter -3 : Processor Element ❑Registers : ❖RISC Architecture vs CISC Architecture : RISC CISC Most of the operations are based on registers which reduces the need to access memoryMost of the operations are memory based It has less number of instructions.</a:t>
            </a:r>
          </a:p>
          <a:p>
            <a:pPr>
              <a:defRPr sz="2200"/>
            </a:pPr>
            <a:r>
              <a:t>It has fixed -length encodings for instructions.</a:t>
            </a:r>
          </a:p>
          <a:p>
            <a:pPr>
              <a:defRPr sz="2200"/>
            </a:pPr>
            <a:r>
              <a:t>It has variable -length encodings of instructions.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instructions interact with memory using complex addressing modes.</a:t>
            </a:r>
          </a:p>
          <a:p>
            <a:pPr>
              <a:defRPr sz="2200"/>
            </a:pPr>
            <a:r>
              <a:t>Separate LOAD/Store instructions are used to access memory operand.No Separate LOAD/STORE instructions are available Examples of RISC chips include ARM, RISC -VExamples of CISC include x86 ArchitectureChapter -3 : Processor Element ❑Addressing Modes: oThe way in which an operand is denoted in an instruction is known as addressing modes.</a:t>
            </a:r>
          </a:p>
          <a:p>
            <a:pPr>
              <a:defRPr sz="2200"/>
            </a:pPr>
            <a:r>
              <a:t>o Addressing modes are techniques used by the CPU to identify the location of the operand(s) needed for executing an instruction.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